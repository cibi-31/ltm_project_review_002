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499" r:id="rId9"/>
    <p:sldId id="21474705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6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CaseTag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LLM-Based Legal Act &amp; Section Identification with Explanation from Case Filings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CIBIKSHA V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Legal case analysis involves examining large volumes of legal documents, Acts, and sections.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Finding relevant legal provisions manually is time-consuming and difficult.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CASETag Legal AI uses RAG and LLM technology to retrieve relevant Indian legal provisions.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It provides relevant sections, explanations, and source references for legal queries and case documents.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develop an AI-powered legal information retrieval system for Indian laws.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retrieve relevant Acts and sections using semantic search with RAG and FAISS.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generate contextual legal explanations using Llama 3.2. 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To provide source-backed legal information for natural-language queries and case documents.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E134EC-7A64-1DC9-20EB-F00601BA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9" y="1271219"/>
            <a:ext cx="11534980" cy="48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C01DD0-8D2C-4FF8-F06C-05AF84B40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2244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Cleaning – Remove missing and irrelevant data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Text Preprocessing – Clean and normalize legal text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Structuring – Organize Acts, Sections, Headings and Legal Text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Chunking – Split lengthy legal documents into meaningful chunks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Validation – Check completeness and consistency of the legal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0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FAISS Vector Search – Semantic retrieval of relevant legal sections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Cosine Similarity – Measures query–document relevance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Legal Relevance Reranking – Ranks retrieved provisions based on legal relevance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RAG (Retrieval-Augmented Generation) – Grounds LLM responses in retrieved legal content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Llama 3.2 – Generates the structured legal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Project plan</a:t>
            </a:r>
            <a:endParaRPr lang="en-US" sz="36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F27BCC-6793-0DEF-DA8D-666062E3A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141047"/>
              </p:ext>
            </p:extLst>
          </p:nvPr>
        </p:nvGraphicFramePr>
        <p:xfrm>
          <a:off x="677863" y="1394778"/>
          <a:ext cx="1100455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1375492169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143442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91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Identification &amp; Literature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59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0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Base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878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&amp; FAISS Vector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54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Pipeline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77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Legal Query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98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 Analysis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21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UI &amp; Backend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0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Retrieval &amp; Reranking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97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Performance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86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Documentation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07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ctr">
              <a:buNone/>
            </a:pPr>
            <a:endParaRPr lang="en-IN" sz="2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600" b="1" dirty="0"/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AFD19-B19C-7CE7-3A2F-E21A90FB3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371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29</cp:revision>
  <dcterms:created xsi:type="dcterms:W3CDTF">2024-05-13T10:33:11Z</dcterms:created>
  <dcterms:modified xsi:type="dcterms:W3CDTF">2026-10-07T09:55:41Z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